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ED1E-5A39-4C04-3043-565C8DEB2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2C045-0C37-23B7-E82E-23B9EF146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7D5B0-70FB-6BAF-04E7-F7486AA4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DDA4B-9E09-F0AB-FE88-87906B1F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2138E-F33D-A88F-4A3C-38A0ED1E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1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2486-1C28-29CE-ADB2-0F431063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1F88-3345-3310-399E-62058A3B4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60995-C81E-CF8D-5180-B29A1F08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8BC8C-5E53-6458-D0D3-FC050E31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3B95F-0D32-BB04-501C-8449135F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4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AF70-B433-5129-4428-6B1B24AA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C6C29-85EB-F821-C1F3-9BC5416E5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2F35F-3EEC-A5AD-D9C5-D4A1F2CD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BFE44-DAE7-CDD2-A319-CB4FFCCF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921AE-65D5-5C57-2846-8D45DB33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6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24A5-E251-EB08-0409-88BB6E0C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B484F-D82E-75C6-D92B-A38163FD1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99B8E-F5AD-0633-D5F8-C3FEF2A50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68B3A-1616-E338-4219-C03A57A3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B6A1A-EBCB-D7F4-9F16-4FC9E84A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59F33-5132-3A82-D93E-F4DC0857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AB5F-AB5C-D5C4-9EA8-1D61A0A42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4411C-18E3-2443-120D-A7737079A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3E30A-EBEF-7A32-F470-576B25185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6D4D4-EAB3-CC2E-735B-C2A519275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04C3A-9207-29F8-A8E6-02DEF8BEF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380337-D3A6-5845-638D-29A1B793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94886-6A95-91B4-C67C-8C1F88AC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2C5BB-DA87-C031-2413-6E074CDD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5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DC9C-29E7-1B0B-8E18-E9F080A9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2252F-EB4D-1824-C881-E721E1D9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49DDC-0446-C97D-5AE8-665CB601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D60A-BE4C-AC72-BFC3-2743CBAC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3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7DB13-FE98-9D6C-693B-7519B0AC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6F8C-7F68-AA8F-8248-61B4F6A8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2D38A-E566-3187-524C-48B47535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2138-F2B4-5A1A-F2B8-A8452EC3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C13DA-8BEF-94A8-EFB2-90ADC18C0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1B32E-FEF0-D280-B697-D4F326DE0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F1D7E-EEAE-8549-A3C2-CB6044D8D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23C6-2A36-FB0C-C51A-7F0522CF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7EBD2-CE82-1966-2664-E920165D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1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B95D-2B54-9E2C-ECD6-71780FF3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45707-7A7B-C492-0045-E07E4E825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4611B-93DC-3125-05AE-C8FF13831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2942B-1850-4F40-83E7-FF32C403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F7E54-D53E-E3E5-7AB7-86C2ACA5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1FA75-6A65-5366-6172-45E5F88B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8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D443-C740-B3F2-451B-D9FE0903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1DAC5-0B12-5574-EB2F-EE31D89FE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91E1C-2CA1-DD85-8BCC-2B94A798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04CF6-37B4-87AE-876E-189131EE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75BC2-8B25-9ED0-1E6B-FB460E95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0B599-BF4B-27A0-9319-884934A26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3730A-D9F3-86F0-6681-B6A6FAA3D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2731-25A8-3843-073B-5AA97F3A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16706-130C-1A5D-1BD4-7188418C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F0F4-4EC3-3011-6E44-A99EA8FA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6500A-5626-B6F7-E6E2-86E52417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E30A2-3D7E-B7DC-D873-9F66212DD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F085D-2E8F-19F5-38DD-92DC80C74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8AD4B-A17A-44A4-8483-1C2F27A814F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3183C-64C9-3C5B-7C64-350FC7EF3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BF03D-9788-5313-D553-081C13D3A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E2DD6-9856-408E-8195-6DC5FCB18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2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25FF-FFDD-C2C3-02B4-521DFEF7A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0310"/>
            <a:ext cx="9144000" cy="2479653"/>
          </a:xfrm>
        </p:spPr>
        <p:txBody>
          <a:bodyPr>
            <a:normAutofit/>
          </a:bodyPr>
          <a:lstStyle/>
          <a:p>
            <a:r>
              <a:rPr lang="en-US" sz="4800" dirty="0"/>
              <a:t>	CELEBRATING OUR HERITAGE: PERSISTING IN MISSION, OUR HERITAGE OUR PRIDE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F3A3E-56D5-FEFA-57CE-522538B9CA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MR. </a:t>
            </a:r>
            <a:r>
              <a:rPr lang="en-US"/>
              <a:t>YAW KWAKYE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7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B167-DEAC-0F54-005A-8274AC3C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Heritage – A Gift from Our Forefathers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44425-41BB-CC69-FCFB-12F7FEF66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cherish what our forefathers left us — a legacy of faith and service.</a:t>
            </a:r>
          </a:p>
          <a:p>
            <a:r>
              <a:rPr lang="en-US" dirty="0"/>
              <a:t>They built this Church on Christ, the solid Rock.</a:t>
            </a:r>
          </a:p>
          <a:p>
            <a:r>
              <a:rPr lang="en-US" dirty="0"/>
              <a:t>We are Presbyterians because we </a:t>
            </a:r>
            <a:r>
              <a:rPr lang="en-US" i="1" dirty="0"/>
              <a:t>know Christ and follow Him.</a:t>
            </a:r>
            <a:endParaRPr lang="en-US" dirty="0"/>
          </a:p>
          <a:p>
            <a:r>
              <a:rPr lang="en-US" dirty="0"/>
              <a:t>We have received a spiritual inheritance — </a:t>
            </a:r>
            <a:r>
              <a:rPr lang="en-US" i="1" dirty="0"/>
              <a:t>the Word of God.</a:t>
            </a:r>
            <a:endParaRPr lang="en-US" dirty="0"/>
          </a:p>
          <a:p>
            <a:r>
              <a:rPr lang="en-US" b="1" dirty="0"/>
              <a:t>Bible Text:</a:t>
            </a:r>
            <a:endParaRPr lang="en-US" dirty="0"/>
          </a:p>
          <a:p>
            <a:r>
              <a:rPr lang="en-US" i="1" dirty="0"/>
              <a:t>“Stand ye in the ways, and see, and ask for the old paths, where is the good way, and walk therein.”</a:t>
            </a:r>
            <a:r>
              <a:rPr lang="en-US" dirty="0"/>
              <a:t> — Jeremiah 6:16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71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5358-ADAD-1361-DCED-775A85D1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Word – Our Greatest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3A17-F185-AEF2-5A54-EF26B6C25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Jesus left us the Word of God — our guide for life and salvation.</a:t>
            </a:r>
          </a:p>
          <a:p>
            <a:r>
              <a:rPr lang="en-US" dirty="0"/>
              <a:t>The British missionaries brought us this Word; they never gave up.</a:t>
            </a:r>
          </a:p>
          <a:p>
            <a:r>
              <a:rPr lang="en-US" dirty="0"/>
              <a:t>Language, distance, and culture didn’t stop them.</a:t>
            </a:r>
          </a:p>
          <a:p>
            <a:r>
              <a:rPr lang="en-US" dirty="0"/>
              <a:t>The Word transformed our ancestors — and still transforms us today.</a:t>
            </a:r>
          </a:p>
          <a:p>
            <a:r>
              <a:rPr lang="en-US" b="1" dirty="0"/>
              <a:t>Bible Text:</a:t>
            </a:r>
            <a:endParaRPr lang="en-US" dirty="0"/>
          </a:p>
          <a:p>
            <a:r>
              <a:rPr lang="en-US" i="1" dirty="0"/>
              <a:t>“The grass </a:t>
            </a:r>
            <a:r>
              <a:rPr lang="en-US" i="1" dirty="0" err="1"/>
              <a:t>withereth</a:t>
            </a:r>
            <a:r>
              <a:rPr lang="en-US" i="1" dirty="0"/>
              <a:t>, the flower </a:t>
            </a:r>
            <a:r>
              <a:rPr lang="en-US" i="1" dirty="0" err="1"/>
              <a:t>fadeth</a:t>
            </a:r>
            <a:r>
              <a:rPr lang="en-US" i="1" dirty="0"/>
              <a:t>: but the word of our God shall stand for ever.”</a:t>
            </a:r>
            <a:r>
              <a:rPr lang="en-US" dirty="0"/>
              <a:t> — Isaiah 40:8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26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2BC4-F737-C7DA-984F-674F76C4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Mission – Nothing Should Stop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27E0-693C-D5AC-D7E5-C7B7E7C03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as missionaries persisted, we too must persist in worship and service.</a:t>
            </a:r>
          </a:p>
          <a:p>
            <a:r>
              <a:rPr lang="en-US" dirty="0"/>
              <a:t>No obstacle, person, or situation should push us away from serving God.</a:t>
            </a:r>
          </a:p>
          <a:p>
            <a:r>
              <a:rPr lang="en-US" dirty="0"/>
              <a:t>Whether singing, ushering, organizing — do it wholeheartedly.</a:t>
            </a:r>
          </a:p>
          <a:p>
            <a:r>
              <a:rPr lang="en-US" dirty="0"/>
              <a:t>Remember: We have a </a:t>
            </a:r>
            <a:r>
              <a:rPr lang="en-US" i="1" dirty="0"/>
              <a:t>greater heritage</a:t>
            </a:r>
            <a:r>
              <a:rPr lang="en-US" dirty="0"/>
              <a:t> and a </a:t>
            </a:r>
            <a:r>
              <a:rPr lang="en-US" i="1" dirty="0"/>
              <a:t>greater mission.</a:t>
            </a:r>
            <a:endParaRPr lang="en-US" dirty="0"/>
          </a:p>
          <a:p>
            <a:r>
              <a:rPr lang="en-US" b="1" dirty="0"/>
              <a:t>Bible Text:</a:t>
            </a:r>
            <a:endParaRPr lang="en-US" dirty="0"/>
          </a:p>
          <a:p>
            <a:r>
              <a:rPr lang="en-US" i="1" dirty="0"/>
              <a:t>“Therefore, my beloved brethren, be ye steadfast, </a:t>
            </a:r>
            <a:r>
              <a:rPr lang="en-US" i="1" dirty="0" err="1"/>
              <a:t>unmoveable</a:t>
            </a:r>
            <a:r>
              <a:rPr lang="en-US" i="1" dirty="0"/>
              <a:t>, always abounding in the work of the Lord.”</a:t>
            </a:r>
            <a:r>
              <a:rPr lang="en-US" dirty="0"/>
              <a:t> — 1 Corinthians 15:58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10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19725-A74E-3A0F-DA99-04D9BA7F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True Treasure – Salvation in Christ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13345-94D3-7B7B-02BF-8256F9242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Money, education, or health may help us in life.</a:t>
            </a:r>
          </a:p>
          <a:p>
            <a:r>
              <a:rPr lang="en-US" dirty="0"/>
              <a:t>But none of these can grant salvation — it is of the Lord.</a:t>
            </a:r>
          </a:p>
          <a:p>
            <a:r>
              <a:rPr lang="en-US" dirty="0"/>
              <a:t>Our faith, not material gain, defines our success in God’s eyes.</a:t>
            </a:r>
          </a:p>
          <a:p>
            <a:r>
              <a:rPr lang="en-US" b="1" dirty="0"/>
              <a:t>Bible Text:</a:t>
            </a:r>
            <a:endParaRPr lang="en-US" dirty="0"/>
          </a:p>
          <a:p>
            <a:r>
              <a:rPr lang="en-US" i="1" dirty="0"/>
              <a:t>“For by grace are ye saved through faith; and that not of yourselves: it is the gift of God.”</a:t>
            </a:r>
            <a:r>
              <a:rPr lang="en-US" dirty="0"/>
              <a:t> — Ephesians 2:8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08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56F9-14C2-BE95-ABEA-1EF8232D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Challenge – A Changing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6C426-FB9C-8A20-6D0A-ACE1DC4C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Today’s culture is changing fast:</a:t>
            </a:r>
          </a:p>
          <a:p>
            <a:pPr lvl="1"/>
            <a:r>
              <a:rPr lang="en-US" dirty="0"/>
              <a:t>Disrespect and disobedience are rising.</a:t>
            </a:r>
          </a:p>
          <a:p>
            <a:pPr lvl="1"/>
            <a:r>
              <a:rPr lang="en-US" dirty="0"/>
              <a:t>Media and worldly influences shape young minds.</a:t>
            </a:r>
          </a:p>
          <a:p>
            <a:r>
              <a:rPr lang="en-US" dirty="0"/>
              <a:t>But as Christians, we must </a:t>
            </a:r>
            <a:r>
              <a:rPr lang="en-US" i="1" dirty="0"/>
              <a:t>stand apart</a:t>
            </a:r>
            <a:r>
              <a:rPr lang="en-US" dirty="0"/>
              <a:t> and </a:t>
            </a:r>
            <a:r>
              <a:rPr lang="en-US" i="1" dirty="0"/>
              <a:t>hold fast to our values.</a:t>
            </a:r>
            <a:endParaRPr lang="en-US" dirty="0"/>
          </a:p>
          <a:p>
            <a:r>
              <a:rPr lang="en-US" b="1" dirty="0"/>
              <a:t>Bible Text:</a:t>
            </a:r>
            <a:endParaRPr lang="en-US" dirty="0"/>
          </a:p>
          <a:p>
            <a:r>
              <a:rPr lang="en-US" i="1" dirty="0"/>
              <a:t>“Be not conformed to this world: but be ye transformed by the renewing of your mind.”</a:t>
            </a:r>
            <a:r>
              <a:rPr lang="en-US" dirty="0"/>
              <a:t> — Romans 12:2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3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F0DA-C844-AFDD-ACAF-BFA44680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Call – Persist in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3D3CE-8769-ED9B-008C-B6DCC619C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Cherish our image and identity as Presbyterians.</a:t>
            </a:r>
          </a:p>
          <a:p>
            <a:r>
              <a:rPr lang="en-US" dirty="0"/>
              <a:t>Persist in mission — in prayer, service, and love.</a:t>
            </a:r>
          </a:p>
          <a:p>
            <a:r>
              <a:rPr lang="en-US" dirty="0"/>
              <a:t>Keep the Word alive in our families and communities.</a:t>
            </a:r>
          </a:p>
          <a:p>
            <a:r>
              <a:rPr lang="en-US" dirty="0"/>
              <a:t>Pass it on to the next generation with pride and purpose.</a:t>
            </a:r>
          </a:p>
          <a:p>
            <a:r>
              <a:rPr lang="en-US" b="1" dirty="0"/>
              <a:t>Bible Text:</a:t>
            </a:r>
            <a:endParaRPr lang="en-US" dirty="0"/>
          </a:p>
          <a:p>
            <a:r>
              <a:rPr lang="en-US" i="1" dirty="0"/>
              <a:t>“Go ye therefore, and teach all nations.”</a:t>
            </a:r>
            <a:r>
              <a:rPr lang="en-US" dirty="0"/>
              <a:t> — Matthew 28:19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9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C17B-592B-3111-9EA3-17F38988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– Our Heritage, Our Pride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D6349-5810-5DAA-A65F-7E7CD5BFF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heirs of a powerful spiritual legacy.</a:t>
            </a:r>
          </a:p>
          <a:p>
            <a:r>
              <a:rPr lang="en-US" dirty="0"/>
              <a:t>Let’s hold on to our faith and mission with joy.</a:t>
            </a:r>
          </a:p>
          <a:p>
            <a:r>
              <a:rPr lang="en-US" dirty="0"/>
              <a:t>Let nothing separate us from the love and work of Christ.</a:t>
            </a:r>
          </a:p>
          <a:p>
            <a:r>
              <a:rPr lang="en-US" b="1" dirty="0"/>
              <a:t>Closing Text:</a:t>
            </a:r>
            <a:endParaRPr lang="en-US" dirty="0"/>
          </a:p>
          <a:p>
            <a:r>
              <a:rPr lang="en-US" i="1" dirty="0"/>
              <a:t>“I have fought a good fight, I have finished my course, I have kept the faith.”</a:t>
            </a:r>
            <a:r>
              <a:rPr lang="en-US" dirty="0"/>
              <a:t> — 2 Timothy 4:7</a:t>
            </a:r>
          </a:p>
          <a:p>
            <a:pPr marL="0" indent="0">
              <a:buNone/>
            </a:pPr>
            <a:r>
              <a:rPr lang="en-US" dirty="0"/>
              <a:t>“Lord, help us cherish our heritage, persist in our mission, and live out Your Word with pride and purpose.”</a:t>
            </a:r>
          </a:p>
        </p:txBody>
      </p:sp>
    </p:spTree>
    <p:extLst>
      <p:ext uri="{BB962C8B-B14F-4D97-AF65-F5344CB8AC3E}">
        <p14:creationId xmlns:p14="http://schemas.microsoft.com/office/powerpoint/2010/main" val="168711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 CELEBRATING OUR HERITAGE: PERSISTING IN MISSION, OUR HERITAGE OUR PRIDE</vt:lpstr>
      <vt:lpstr>Our Heritage – A Gift from Our Forefathers</vt:lpstr>
      <vt:lpstr>The Word – Our Greatest Inheritance</vt:lpstr>
      <vt:lpstr>Our Mission – Nothing Should Stop Us</vt:lpstr>
      <vt:lpstr>Our True Treasure – Salvation in Christ</vt:lpstr>
      <vt:lpstr>Our Challenge – A Changing Culture</vt:lpstr>
      <vt:lpstr>Our Call – Persist in Mission</vt:lpstr>
      <vt:lpstr>Conclusion – Our Heritage, Our Pride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Adwoa Agyapomaa Oppong</dc:creator>
  <cp:lastModifiedBy>Adwoa Agyapomaa Oppong</cp:lastModifiedBy>
  <cp:revision>2</cp:revision>
  <dcterms:created xsi:type="dcterms:W3CDTF">2025-11-09T09:31:17Z</dcterms:created>
  <dcterms:modified xsi:type="dcterms:W3CDTF">2025-11-09T09:31:40Z</dcterms:modified>
</cp:coreProperties>
</file>